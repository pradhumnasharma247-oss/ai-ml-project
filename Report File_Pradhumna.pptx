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34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96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98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4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301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964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47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331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03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21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810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021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950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409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257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692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514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12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5"/>
            <a:ext cx="6798736" cy="3615697"/>
          </a:xfrm>
        </p:spPr>
        <p:txBody>
          <a:bodyPr>
            <a:normAutofit/>
          </a:bodyPr>
          <a:lstStyle/>
          <a:p>
            <a:r>
              <a:rPr b="1" dirty="0"/>
              <a:t>AI-Based Smart Attendance Prediction and Leave Management System</a:t>
            </a:r>
            <a:endParaRPr lang="en-US" b="1" dirty="0"/>
          </a:p>
          <a:p>
            <a:r>
              <a:rPr dirty="0"/>
              <a:t>Prepared By:</a:t>
            </a:r>
          </a:p>
          <a:p>
            <a:r>
              <a:rPr lang="en-US" b="1" dirty="0"/>
              <a:t>Name:-Pradhumna Sharma</a:t>
            </a:r>
            <a:endParaRPr b="1" dirty="0"/>
          </a:p>
          <a:p>
            <a:r>
              <a:rPr b="1" dirty="0"/>
              <a:t>Registration Number:</a:t>
            </a:r>
            <a:r>
              <a:rPr lang="en-US" b="1" dirty="0"/>
              <a:t>-</a:t>
            </a:r>
            <a:r>
              <a:rPr b="1" dirty="0"/>
              <a:t>25</a:t>
            </a:r>
            <a:r>
              <a:rPr lang="en-IN" b="1" dirty="0"/>
              <a:t>MIM10066</a:t>
            </a:r>
            <a:endParaRPr b="1" dirty="0"/>
          </a:p>
          <a:p>
            <a:r>
              <a:rPr lang="en-US" b="1" dirty="0"/>
              <a:t>Year:-2</a:t>
            </a:r>
            <a:r>
              <a:rPr lang="en-US" b="1" baseline="30000" dirty="0"/>
              <a:t>nd</a:t>
            </a:r>
            <a:r>
              <a:rPr lang="en-US" b="1" dirty="0"/>
              <a:t> </a:t>
            </a:r>
            <a:r>
              <a:rPr b="1" dirty="0"/>
              <a:t>Year</a:t>
            </a:r>
          </a:p>
          <a:p>
            <a:r>
              <a:rPr lang="en-US" b="1" dirty="0"/>
              <a:t>Course: Integrated </a:t>
            </a:r>
            <a:r>
              <a:rPr lang="en-US" b="1" dirty="0" err="1"/>
              <a:t>Mtech</a:t>
            </a:r>
            <a:r>
              <a:rPr lang="en-US" b="1"/>
              <a:t> AI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Background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Attendance plays an important role in college education. Most institutions require students to maintain a minimum attendance percentage.</a:t>
            </a:r>
          </a:p>
          <a:p>
            <a:endParaRPr/>
          </a:p>
          <a:p>
            <a:r>
              <a:t>Many students fail to track their attendance regularly and face problems later.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Need for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usually realize too late that their attendance is below the required percentage.</a:t>
            </a:r>
          </a:p>
          <a:p>
            <a:endParaRPr/>
          </a:p>
          <a:p>
            <a:r>
              <a:t>There is a need for a simple system that can help students monitor attendance and predict future shortage.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many colleges, attendance is managed manually using registers or spreadsheets.</a:t>
            </a:r>
          </a:p>
          <a:p>
            <a:endParaRPr/>
          </a:p>
          <a:p>
            <a:r>
              <a:t>This process is time-consuming, difficult to maintain, and does not provide future predictions.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445" y="915337"/>
            <a:ext cx="8091949" cy="1303867"/>
          </a:xfrm>
        </p:spPr>
        <p:txBody>
          <a:bodyPr>
            <a:normAutofit fontScale="90000"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Limitations of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calculation of attendance</a:t>
            </a:r>
          </a:p>
          <a:p>
            <a:r>
              <a:t>• No early warning system</a:t>
            </a:r>
          </a:p>
          <a:p>
            <a:r>
              <a:t>• Difficult to manage leave records</a:t>
            </a:r>
          </a:p>
          <a:p>
            <a:r>
              <a:t>• No prediction of future shortage</a:t>
            </a:r>
          </a:p>
          <a:p>
            <a:r>
              <a:t>• High chances of mistakes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proposed system is an AI-based attendance management application developed in Python.</a:t>
            </a:r>
          </a:p>
          <a:p>
            <a:endParaRPr dirty="0"/>
          </a:p>
          <a:p>
            <a:r>
              <a:rPr dirty="0"/>
              <a:t>It stores student details, tracks attendance, records leave, and predicts attendance shortage.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103" y="915337"/>
            <a:ext cx="8013291" cy="1303867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Main Modules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 Registration Module</a:t>
            </a:r>
          </a:p>
          <a:p>
            <a:r>
              <a:t>• Attendance Marking Module</a:t>
            </a:r>
          </a:p>
          <a:p>
            <a:r>
              <a:t>• Leave Management Module</a:t>
            </a:r>
          </a:p>
          <a:p>
            <a:r>
              <a:t>• Attendance Calculation Module</a:t>
            </a:r>
          </a:p>
          <a:p>
            <a:r>
              <a:t>• AI Prediction Module</a:t>
            </a:r>
          </a:p>
          <a:p>
            <a:r>
              <a:t>• Student Record Display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Algorithm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6" y="2500240"/>
            <a:ext cx="6798736" cy="344499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dirty="0"/>
              <a:t>The project uses Logistic Regression.</a:t>
            </a:r>
          </a:p>
          <a:p>
            <a:r>
              <a:rPr dirty="0"/>
              <a:t>This Machine Learning algorithm predicts whether a student is safe or at risk based on attendance percentage and leave days.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633" y="1347957"/>
            <a:ext cx="6798734" cy="1303867"/>
          </a:xfrm>
        </p:spPr>
        <p:txBody>
          <a:bodyPr>
            <a:normAutofit/>
          </a:bodyPr>
          <a:lstStyle/>
          <a:p>
            <a:r>
              <a:rPr sz="4400"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Input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581" y="2408902"/>
            <a:ext cx="8170605" cy="38345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Input:</a:t>
            </a:r>
          </a:p>
          <a:p>
            <a:pPr marL="0" indent="0">
              <a:buNone/>
            </a:pPr>
            <a:r>
              <a:rPr dirty="0"/>
              <a:t>• Student Name</a:t>
            </a:r>
          </a:p>
          <a:p>
            <a:pPr marL="0" indent="0">
              <a:buNone/>
            </a:pPr>
            <a:r>
              <a:rPr dirty="0"/>
              <a:t>• Roll Number</a:t>
            </a:r>
          </a:p>
          <a:p>
            <a:pPr marL="0" indent="0">
              <a:buNone/>
            </a:pPr>
            <a:r>
              <a:rPr dirty="0"/>
              <a:t>• Attendance Status</a:t>
            </a:r>
            <a:endParaRPr lang="en-US" dirty="0"/>
          </a:p>
          <a:p>
            <a:pPr marL="0" indent="0">
              <a:buNone/>
            </a:pPr>
            <a:r>
              <a:rPr dirty="0"/>
              <a:t>• Leave Days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Output:</a:t>
            </a:r>
          </a:p>
          <a:p>
            <a:pPr marL="0" indent="0">
              <a:buNone/>
            </a:pPr>
            <a:r>
              <a:rPr dirty="0"/>
              <a:t>• Attendance Percentage</a:t>
            </a:r>
          </a:p>
          <a:p>
            <a:pPr marL="0" indent="0">
              <a:buNone/>
            </a:pPr>
            <a:r>
              <a:rPr dirty="0"/>
              <a:t>• Warning Message</a:t>
            </a:r>
          </a:p>
          <a:p>
            <a:pPr marL="0" indent="0">
              <a:buNone/>
            </a:pPr>
            <a:r>
              <a:rPr dirty="0"/>
              <a:t>• AI Prediction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Advantages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Saves time</a:t>
            </a:r>
          </a:p>
          <a:p>
            <a:pPr marL="0" indent="0">
              <a:buNone/>
            </a:pPr>
            <a:r>
              <a:rPr dirty="0"/>
              <a:t>• Reduces manual work</a:t>
            </a:r>
          </a:p>
          <a:p>
            <a:pPr marL="0" indent="0">
              <a:buNone/>
            </a:pPr>
            <a:r>
              <a:rPr dirty="0"/>
              <a:t>• Helps students improve attendance</a:t>
            </a:r>
          </a:p>
          <a:p>
            <a:pPr marL="0" indent="0">
              <a:buNone/>
            </a:pPr>
            <a:r>
              <a:rPr dirty="0"/>
              <a:t>• Gives early warning</a:t>
            </a:r>
          </a:p>
          <a:p>
            <a:pPr marL="0" indent="0">
              <a:buNone/>
            </a:pPr>
            <a:r>
              <a:rPr dirty="0"/>
              <a:t>• Easy to use</a:t>
            </a:r>
          </a:p>
          <a:p>
            <a:pPr marL="0" indent="0">
              <a:buNone/>
            </a:pPr>
            <a:r>
              <a:rPr dirty="0"/>
              <a:t>• Useful for teachers and students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Testing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was tested with different attendance percentages and leave records.</a:t>
            </a:r>
          </a:p>
          <a:p>
            <a:endParaRPr/>
          </a:p>
          <a:p>
            <a:r>
              <a:t>The AI model successfully predicted which students were at risk of shortage.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Result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was able to calculate attendance correctly and predict attendance shortage effectively.</a:t>
            </a:r>
          </a:p>
          <a:p>
            <a:endParaRPr/>
          </a:p>
          <a:p>
            <a:r>
              <a:t>It performed well for basic student attendance tracking.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practical, useful, and solves a real problem faced by students.</a:t>
            </a:r>
          </a:p>
          <a:p>
            <a:endParaRPr/>
          </a:p>
          <a:p>
            <a:r>
              <a:t>It combines Python and Machine Learning concepts in a simple way.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  <a:latin typeface="Algerian" panose="04020705040A02060702" pitchFamily="82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Python Documentation</a:t>
            </a:r>
          </a:p>
          <a:p>
            <a:pPr marL="0" indent="0">
              <a:buNone/>
            </a:pPr>
            <a:r>
              <a:rPr dirty="0"/>
              <a:t>• Scikit-learn Documentation</a:t>
            </a:r>
          </a:p>
          <a:p>
            <a:pPr marL="0" indent="0">
              <a:buNone/>
            </a:pPr>
            <a:r>
              <a:rPr dirty="0"/>
              <a:t>• Machine Learning Notes</a:t>
            </a:r>
          </a:p>
          <a:p>
            <a:pPr marL="0" indent="0">
              <a:buNone/>
            </a:pPr>
            <a:r>
              <a:rPr dirty="0"/>
              <a:t>• Attendance Management System Research </a:t>
            </a:r>
            <a:r>
              <a:rPr lang="en-US" dirty="0"/>
              <a:t>            	</a:t>
            </a:r>
            <a:r>
              <a:rPr dirty="0"/>
              <a:t>Articles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</TotalTime>
  <Words>419</Words>
  <Application>Microsoft Office PowerPoint</Application>
  <PresentationFormat>On-screen Show (4:3)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Algerian</vt:lpstr>
      <vt:lpstr>Arial</vt:lpstr>
      <vt:lpstr>Garamond</vt:lpstr>
      <vt:lpstr>Organic</vt:lpstr>
      <vt:lpstr>Project Title</vt:lpstr>
      <vt:lpstr>Background of the Study</vt:lpstr>
      <vt:lpstr>Need for the Project</vt:lpstr>
      <vt:lpstr>Existing System</vt:lpstr>
      <vt:lpstr>Limitations of Existing System</vt:lpstr>
      <vt:lpstr>Proposed System</vt:lpstr>
      <vt:lpstr>Main Modules of the Project</vt:lpstr>
      <vt:lpstr>Algorithm Used</vt:lpstr>
      <vt:lpstr>Input and Output</vt:lpstr>
      <vt:lpstr>Advantages of the Project</vt:lpstr>
      <vt:lpstr>Testing of the Project</vt:lpstr>
      <vt:lpstr>Result and Discussion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Akshat</dc:creator>
  <cp:keywords/>
  <dc:description>generated using python-pptx</dc:description>
  <cp:lastModifiedBy>pradhumna sharma</cp:lastModifiedBy>
  <cp:revision>4</cp:revision>
  <dcterms:created xsi:type="dcterms:W3CDTF">2013-01-27T09:14:16Z</dcterms:created>
  <dcterms:modified xsi:type="dcterms:W3CDTF">2026-09-18T15:51:20Z</dcterms:modified>
  <cp:category/>
</cp:coreProperties>
</file>